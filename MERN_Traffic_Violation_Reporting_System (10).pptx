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2992" y="548640"/>
            <a:ext cx="91440" cy="64008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22992" y="1828800"/>
            <a:ext cx="91440" cy="64008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22992" y="3108960"/>
            <a:ext cx="91440" cy="64008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22992" y="4389120"/>
            <a:ext cx="91440" cy="64008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22992" y="5669280"/>
            <a:ext cx="91440" cy="64008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914400"/>
            <a:ext cx="384048" cy="384048"/>
          </a:xfrm>
          <a:prstGeom prst="ellipse">
            <a:avLst/>
          </a:prstGeom>
          <a:solidFill>
            <a:srgbClr val="EB5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1572768"/>
            <a:ext cx="384048" cy="384048"/>
          </a:xfrm>
          <a:prstGeom prst="ellipse">
            <a:avLst/>
          </a:prstGeom>
          <a:solidFill>
            <a:srgbClr val="F4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2231136"/>
            <a:ext cx="384048" cy="384048"/>
          </a:xfrm>
          <a:prstGeom prst="ellipse">
            <a:avLst/>
          </a:prstGeom>
          <a:solidFill>
            <a:srgbClr val="2DB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601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6C8DC"/>
                </a:solidFill>
                <a:latin typeface="Aptos"/>
              </a:defRPr>
            </a:pPr>
            <a:r>
              <a:t>MERN STACK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7132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TRAFFIC VIOLATION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REPORTING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290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CFDEEE"/>
                </a:solidFill>
                <a:latin typeface="Aptos"/>
              </a:defRPr>
            </a:pPr>
            <a:r>
              <a:t>Report traffic violations. Help make roads safer.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2120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MongoDB  •  Express.js  •  React  •  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26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0B4C8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A web platform for citizens to submit and track traffic violation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2194560"/>
          </a:xfrm>
          <a:prstGeom prst="rect">
            <a:avLst/>
          </a:prstGeom>
          <a:solidFill>
            <a:srgbClr val="F2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Traffic violations can go unreported because reporting may be inconvenient, slow, or unclear.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73152" cy="2194560"/>
          </a:xfrm>
          <a:prstGeom prst="rect">
            <a:avLst/>
          </a:prstGeom>
          <a:solidFill>
            <a:srgbClr val="1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32304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A simple online portal to submit a report with location, violation type, description, and photo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2194560"/>
          </a:xfrm>
          <a:prstGeom prst="rect">
            <a:avLst/>
          </a:prstGeom>
          <a:solidFill>
            <a:srgbClr val="2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32304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Organized reports, status updates, and better visibility for authorized traffic officials.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10233E"/>
                </a:solidFill>
                <a:latin typeface="Aptos"/>
              </a:defRPr>
            </a:pPr>
            <a:r>
              <a:t>Goal: make reporting accessible, structured, and transparent.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2. Objectives &amp;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Designed around the main user task: report traffic violations.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Register and log in securely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Submit a report with violation type and location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Upload optional photo or video evidence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Receive a unique report ID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Track report status and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Admin dashboard for reviewing reports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Filter reports by type, date, or status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Update status: Submitted, Under Review, Resolved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Validate inputs and limit file uploads</a:t>
            </a:r>
          </a:p>
          <a:p>
            <a:pPr>
              <a:spcAft>
                <a:spcPts val="1300"/>
              </a:spcAft>
              <a:defRPr sz="1800">
                <a:solidFill>
                  <a:srgbClr val="283442"/>
                </a:solidFill>
                <a:latin typeface="Aptos"/>
              </a:defRPr>
            </a:pPr>
            <a:r>
              <a:t>•  Mobile-friendly responsive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3. Technology Stack — MERN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Each technology has a specific role in the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2560320"/>
          </a:xfrm>
          <a:prstGeom prst="rect">
            <a:avLst/>
          </a:prstGeom>
          <a:solidFill>
            <a:srgbClr val="2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Stores users, reports, evidence links, timestamps, and status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828800"/>
            <a:ext cx="73152" cy="2560320"/>
          </a:xfrm>
          <a:prstGeom prst="rect">
            <a:avLst/>
          </a:prstGeom>
          <a:solidFill>
            <a:srgbClr val="1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32304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Defines REST API routes and middleware for validation and authorization.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73152" cy="256032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432304"/>
            <a:ext cx="2286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Builds the report form, user dashboard, tracking page, and admin 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377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73152" cy="2560320"/>
          </a:xfrm>
          <a:prstGeom prst="rect">
            <a:avLst/>
          </a:prstGeom>
          <a:solidFill>
            <a:srgbClr val="F2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2432304"/>
            <a:ext cx="20116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Runs the backend server and connects APIs to the database.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0233E"/>
                </a:solidFill>
                <a:latin typeface="Aptos"/>
              </a:defRPr>
            </a:pPr>
            <a:r>
              <a:t>Typical flow: React UI → Express/Node API → MongoDB → API response → UI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4. System Architecture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A clear separation between frontend, backend, and data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73152" cy="1280160"/>
          </a:xfrm>
          <a:prstGeom prst="rect">
            <a:avLst/>
          </a:prstGeom>
          <a:solidFill>
            <a:srgbClr val="1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Citizen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23744"/>
            <a:ext cx="20116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Uses browser or mobile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92024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920240"/>
            <a:ext cx="73152" cy="1280160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2084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523744"/>
            <a:ext cx="21031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Forms, dashboard,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92024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1920240"/>
            <a:ext cx="73152" cy="1280160"/>
          </a:xfrm>
          <a:prstGeom prst="rect">
            <a:avLst/>
          </a:prstGeom>
          <a:solidFill>
            <a:srgbClr val="F2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2084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Node + Express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2523744"/>
            <a:ext cx="210312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Auth, validation, business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920240"/>
            <a:ext cx="1828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38360" y="1920240"/>
            <a:ext cx="73152" cy="1280160"/>
          </a:xfrm>
          <a:prstGeom prst="rect">
            <a:avLst/>
          </a:prstGeom>
          <a:solidFill>
            <a:srgbClr val="2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0848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523744"/>
            <a:ext cx="14630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Users &amp; reports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63240" y="2359152"/>
            <a:ext cx="594359" cy="292608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126480" y="2359152"/>
            <a:ext cx="594359" cy="292608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189720" y="2359152"/>
            <a:ext cx="548639" cy="292608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442"/>
                </a:solidFill>
                <a:latin typeface="Aptos"/>
              </a:defRPr>
            </a:pPr>
            <a:r>
              <a:t>1. Citizen signs in and submits a report.</a:t>
            </a:r>
          </a:p>
          <a:p>
            <a:pPr>
              <a:spcAft>
                <a:spcPts val="700"/>
              </a:spcAft>
              <a:defRPr sz="1700" b="0">
                <a:solidFill>
                  <a:srgbClr val="283442"/>
                </a:solidFill>
                <a:latin typeface="Aptos"/>
              </a:defRPr>
            </a:pPr>
            <a:r>
              <a:t>2. API validates details and stores the report.</a:t>
            </a:r>
          </a:p>
          <a:p>
            <a:pPr>
              <a:spcAft>
                <a:spcPts val="700"/>
              </a:spcAft>
              <a:defRPr sz="1700" b="0">
                <a:solidFill>
                  <a:srgbClr val="283442"/>
                </a:solidFill>
                <a:latin typeface="Aptos"/>
              </a:defRPr>
            </a:pPr>
            <a:r>
              <a:t>3. System returns a report ID and current status.</a:t>
            </a:r>
          </a:p>
          <a:p>
            <a:pPr>
              <a:spcAft>
                <a:spcPts val="700"/>
              </a:spcAft>
              <a:defRPr sz="1700" b="0">
                <a:solidFill>
                  <a:srgbClr val="283442"/>
                </a:solidFill>
                <a:latin typeface="Aptos"/>
              </a:defRPr>
            </a:pPr>
            <a:r>
              <a:t>4. Authorized staff review evidence and update status.</a:t>
            </a:r>
          </a:p>
          <a:p>
            <a:pPr>
              <a:spcAft>
                <a:spcPts val="700"/>
              </a:spcAft>
              <a:defRPr sz="1700" b="0">
                <a:solidFill>
                  <a:srgbClr val="283442"/>
                </a:solidFill>
                <a:latin typeface="Aptos"/>
              </a:defRPr>
            </a:pPr>
            <a:r>
              <a:t>5. Citizen checks progress from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5. Main Modules &amp; Sample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Core screens and a suggested MongoDB report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1828800"/>
          </a:xfrm>
          <a:prstGeom prst="rect">
            <a:avLst/>
          </a:prstGeom>
          <a:solidFill>
            <a:srgbClr val="1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Citizen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40864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Login • Create report • My reports • Track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73152" cy="1828800"/>
          </a:xfrm>
          <a:prstGeom prst="rect">
            <a:avLst/>
          </a:prstGeom>
          <a:solidFill>
            <a:srgbClr val="F2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40864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Review queue • Evidence view • Status update •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73152" cy="1828800"/>
          </a:xfrm>
          <a:prstGeom prst="rect">
            <a:avLst/>
          </a:prstGeom>
          <a:solidFill>
            <a:srgbClr val="2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Report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40864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reportId, type, location, description, evidenceUrl, status, createdAt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0233E"/>
                </a:solidFill>
                <a:latin typeface="Aptos"/>
              </a:defRPr>
            </a:pPr>
            <a:r>
              <a:t>Example report: { type: "Red-light violation", location: "Main Road junction", status: "Under Review" }</a:t>
            </a:r>
          </a:p>
          <a:p>
            <a:pPr>
              <a:spcAft>
                <a:spcPts val="700"/>
              </a:spcAft>
              <a:defRPr sz="1600" b="0">
                <a:solidFill>
                  <a:srgbClr val="10233E"/>
                </a:solidFill>
                <a:latin typeface="Aptos"/>
              </a:defRPr>
            </a:pPr>
            <a:r>
              <a:t>Use schema validation, timestamps, and status history for reliable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6. API Design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REST endpoints connect the React interface to the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114800"/>
                <a:gridCol w="5303520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0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0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0233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/api/auth/register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Create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Authenticate user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Submit a violation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/api/reports/my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List current user's reports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/api/reports/:id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View report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/api/reports/:id/status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442"/>
                          </a:solidFill>
                        </a:defRPr>
                      </a:pPr>
                      <a:r>
                        <a:t>Admin updates status</a:t>
                      </a:r>
                    </a:p>
                  </a:txBody>
                  <a:tcPr>
                    <a:solidFill>
                      <a:srgbClr val="E6EF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0233E"/>
                </a:solidFill>
                <a:latin typeface="Aptos"/>
              </a:defRPr>
            </a:pPr>
            <a:r>
              <a:t>Security: hashed passwords, JWT/session authentication, role-based access, input validation, file-size/type checks, and HTTPS.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33E"/>
                </a:solidFill>
                <a:latin typeface="Aptos"/>
              </a:defRPr>
            </a:pPr>
            <a:r>
              <a:t>7. Benefits,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Practical benefits with responsible reporting safeguards.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A6C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200400"/>
          </a:xfrm>
          <a:prstGeom prst="rect">
            <a:avLst/>
          </a:prstGeom>
          <a:solidFill>
            <a:srgbClr val="2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40864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Faster, structured reporting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Trackable report status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Centralized records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Easier workload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73152" cy="3200400"/>
          </a:xfrm>
          <a:prstGeom prst="rect">
            <a:avLst/>
          </a:prstGeom>
          <a:solidFill>
            <a:srgbClr val="F2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01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Safeguards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40864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Prevent spam and duplicate reports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Protect personal information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Restrict evidence access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Human review before enforcement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73152" cy="3200400"/>
          </a:xfrm>
          <a:prstGeom prst="rect">
            <a:avLst/>
          </a:prstGeom>
          <a:solidFill>
            <a:srgbClr val="1E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901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33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340864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GPS/map-based location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Notifications by email/SMS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Duplicate detection</a:t>
            </a:r>
          </a:p>
          <a:p>
            <a:pPr>
              <a:spcAft>
                <a:spcPts val="700"/>
              </a:spcAft>
              <a:defRPr sz="1200" b="0">
                <a:solidFill>
                  <a:srgbClr val="5A6C7D"/>
                </a:solidFill>
                <a:latin typeface="Aptos"/>
              </a:defRPr>
            </a:pPr>
            <a:r>
              <a:t>• Analytics and 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0233E"/>
                </a:solidFill>
                <a:latin typeface="Aptos"/>
              </a:defRPr>
            </a:pPr>
            <a:r>
              <a:t>A report is a lead for review—not automatic proof of an offence.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46C8D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Safer roads start with responsible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4612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D2E1F0"/>
                </a:solidFill>
                <a:latin typeface="Aptos"/>
              </a:defRPr>
            </a:pPr>
            <a:r>
              <a:t>The MERN-based Traffic Violation Reporting System gives citizens a simple way to submit reports and helps authorized staff manage them transparently.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46C8DC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